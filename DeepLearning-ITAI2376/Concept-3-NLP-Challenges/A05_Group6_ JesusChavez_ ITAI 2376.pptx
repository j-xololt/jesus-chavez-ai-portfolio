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9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Arrival &amp; The Challenges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rPr dirty="0"/>
              <a:t>Course: ITAI 2376</a:t>
            </a:r>
            <a:endParaRPr lang="en-US" dirty="0"/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rPr dirty="0"/>
              <a:t>Name</a:t>
            </a:r>
            <a:r>
              <a:rPr lang="en-US" dirty="0"/>
              <a:t>: Mohammad </a:t>
            </a:r>
            <a:r>
              <a:rPr lang="en-US" dirty="0" err="1"/>
              <a:t>Uraib</a:t>
            </a:r>
            <a:r>
              <a:rPr lang="en-US" dirty="0"/>
              <a:t>, Jesus Chavez, Mahdi </a:t>
            </a:r>
            <a:r>
              <a:rPr lang="en-US" dirty="0" err="1"/>
              <a:t>Mohammadkhani</a:t>
            </a:r>
            <a:endParaRPr lang="en-US" dirty="0"/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rPr dirty="0"/>
              <a:t>Date: </a:t>
            </a:r>
            <a:r>
              <a:rPr lang="en-US" dirty="0"/>
              <a:t>10/21/2025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Overview of the Movie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Arrival (2016), directed by Denis Villeneuve.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Linguist Dr. Louise Banks is recruited to communicate with extraterrestrials (Heptapods).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Their written language is circular and nonlinear.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Core theme: Communication and perception shape understanding.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Language and Understanding in Arrival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Language as a bridge between species.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Nonlinear symbols = nonlinear time perception.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The Sapir-Whorf Hypothesis: language influences thought.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Miscommunication nearly causes global conflict.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NLP Challenges Reflected in the Movie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First Contact – Data Sparsity: No shared vocabulary, like low-resource languages.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Translation Attempts – Semantic Ambiguity: Symbols have multiple meanings.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'Weapon' Misunderstanding – Context Sensitivity: Same word, different interpretations.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Circular Writing – Nonlinear Representation: Like sequence-independent models.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Learning the Language – Model Bias &amp; Adaptation: Exposure changes cognition, like fine-tuning.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Ambiguity &amp; Context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The word 'weapon' is misunderstood as a threat.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Real-world NLP example: word sense disambiguation.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Context determines meaning: sarcasm, idioms, or tone.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NLP tools (e.g., BERT, GPT) address this using contextual embeddings.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Communication Methods vs NLP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Rule-based decoding – Rule-based NLP: Early grammar-based translation.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Frequency analysis – Statistical NLP: Co-occurrence = probabilistic meaning.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Holistic logogram learning – Deep NLP: Contextual pattern recognition (Transformers).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Team collaboration – Human-in-the-loop: Linguists + scientists = hybrid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From Rules to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Rule-based NLP: manual grammar and lexicons.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Statistical NLP: patterns in large text datasets.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Deep NLP: neural networks learn meaning and context.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Louise’s progress mirrors this evolution.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Real-World Parallels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Whiteboard notes – Data labeling and annotation.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Alien logograms – Word embeddings or semantic vectors.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Decoding process – Machine translation pipelines.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Misunderstanding – Bias and misclassification in NLP.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Reflections &amp; Lessons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Meaning isn’t only in words — it’s shaped by context and perception.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Communication requires empathy, not just syntax.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NLP must address ambiguity, bias, and cultural nuance.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Collaboration between humans and machines is key.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Ethical and Cognitive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Miscommunication nearly leads to war — stakes of misunderstanding.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Raises questions: Can AI ever fully grasp human meaning?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NLP’s goal should be understanding, not just translation.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Arrival mirrors real-world NLP challenges.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Rule-based → Statistical → Deep NLP parallels Louise’s journey.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True communication is mutual learning and adaptation.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Language defines how we think — and how AI understands 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E6FF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DCDCDC"/>
                </a:solidFill>
              </a:defRPr>
            </a:pPr>
            <a:r>
              <a:t>Villeneuve, D. (2016). Arrival [Film]. Paramount Pictures.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Jurafsky, D., &amp; Martin, J. H. (2023). Speech and Language Processing (3rd ed.). Pearson.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Vaswani, A., et al. (2017). 'Attention is All You Need.' NeurIPS.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Whorf, B. L. (1956). Language, Thought, and Reality. MIT Press.</a:t>
            </a:r>
          </a:p>
          <a:p>
            <a:pPr algn="l">
              <a:defRPr sz="2000">
                <a:solidFill>
                  <a:srgbClr val="DCDCDC"/>
                </a:solidFill>
              </a:defRPr>
            </a:pPr>
            <a:r>
              <a:t>Sapir, E. (1929). 'The Status of Linguistics as a Science.'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8229600" cy="45720"/>
          </a:xfrm>
          <a:prstGeom prst="rect">
            <a:avLst/>
          </a:prstGeom>
          <a:solidFill>
            <a:srgbClr val="5096FF"/>
          </a:solidFill>
          <a:ln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554</Words>
  <Application>Microsoft Office PowerPoint</Application>
  <PresentationFormat>On-screen Show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Arrival &amp; The Challenges of NLP</vt:lpstr>
      <vt:lpstr>Overview of the Movie</vt:lpstr>
      <vt:lpstr>Language and Understanding in Arrival</vt:lpstr>
      <vt:lpstr>NLP Challenges Reflected in the Movie</vt:lpstr>
      <vt:lpstr>Ambiguity &amp; Context Example</vt:lpstr>
      <vt:lpstr>Communication Methods vs NLP Approaches</vt:lpstr>
      <vt:lpstr>From Rules to Deep Learning</vt:lpstr>
      <vt:lpstr>Real-World Parallels</vt:lpstr>
      <vt:lpstr>Reflections &amp; Lessons for NLP</vt:lpstr>
      <vt:lpstr>Ethical and Cognitive Insights</vt:lpstr>
      <vt:lpstr>Key Takeaways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jesus.chavezespino-W215634350</cp:lastModifiedBy>
  <cp:revision>2</cp:revision>
  <dcterms:created xsi:type="dcterms:W3CDTF">2013-01-27T09:14:16Z</dcterms:created>
  <dcterms:modified xsi:type="dcterms:W3CDTF">2025-10-22T00:11:46Z</dcterms:modified>
  <cp:category/>
</cp:coreProperties>
</file>